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911a29b451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911a29b451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911a29b451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911a29b451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911a29b451_4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911a29b451_4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911a29b451_4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911a29b451_4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90cf890e1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90cf890e1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90cf890e1b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90cf890e1b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911a29b451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911a29b451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cb9a0b074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cb9a0b074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pgpf.org/blog/2019/10/income-and-wealth-in-the-united-states-an-overview-of-data" TargetMode="External"/><Relationship Id="rId4" Type="http://schemas.openxmlformats.org/officeDocument/2006/relationships/hyperlink" Target="https://www.cdc.gov/covid-data-tracker/index.html#demograph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SMU Data Science Project 1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766650"/>
            <a:ext cx="3470700" cy="11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George Sapp, Shazaad Ansari, Matthew Lopez, Ken Ho 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462350" y="427650"/>
            <a:ext cx="3375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Objective</a:t>
            </a:r>
            <a:endParaRPr b="1" sz="30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1780650" y="1756950"/>
            <a:ext cx="5582700" cy="16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Given the current state of the world we wanted to use </a:t>
            </a: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publicly</a:t>
            </a: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accessible data sources to answer some questions about how the COVID -19 virus spreads and who is the most vulnerable.</a:t>
            </a: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770000" y="495772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7" name="Google Shape;147;p15"/>
          <p:cNvSpPr txBox="1"/>
          <p:nvPr>
            <p:ph idx="4294967295" type="body"/>
          </p:nvPr>
        </p:nvSpPr>
        <p:spPr>
          <a:xfrm>
            <a:off x="1788525" y="1208150"/>
            <a:ext cx="5827500" cy="3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</a:pPr>
            <a:r>
              <a:rPr b="1" lang="en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Is there any correlation between races and infection rate? Which races are more likely to get infected? </a:t>
            </a:r>
            <a:endParaRPr sz="12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</a:pPr>
            <a:r>
              <a:rPr b="1" lang="en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Is there a correlation between income and how many people of a given race are infected?</a:t>
            </a:r>
            <a:endParaRPr sz="12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</a:pPr>
            <a:r>
              <a:rPr b="1" lang="en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Is there a correlation of sex, race or age group in regards to contracting covid?</a:t>
            </a:r>
            <a:endParaRPr b="1" sz="1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</a:pPr>
            <a:r>
              <a:rPr b="1" lang="en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Is there a </a:t>
            </a:r>
            <a:r>
              <a:rPr b="1" lang="en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correlation</a:t>
            </a:r>
            <a:r>
              <a:rPr b="1" lang="en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 between </a:t>
            </a:r>
            <a:r>
              <a:rPr b="1" lang="en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profession in regards to contracting </a:t>
            </a:r>
            <a:r>
              <a:rPr b="1" lang="en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covid?</a:t>
            </a:r>
            <a:endParaRPr b="1" sz="1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158200" y="372025"/>
            <a:ext cx="3000000" cy="11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The Questions: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256200" y="167825"/>
            <a:ext cx="8631600" cy="6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</a:rPr>
              <a:t>Question 1</a:t>
            </a:r>
            <a:endParaRPr b="1" sz="30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256200" y="1934850"/>
            <a:ext cx="2966100" cy="12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correlation heat map performed on the cases of covid per race by day show that there is a correlation between one race getting covid and another. </a:t>
            </a:r>
            <a:endParaRPr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06974"/>
            <a:ext cx="4315800" cy="3424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256200" y="167825"/>
            <a:ext cx="8631600" cy="6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</a:rPr>
              <a:t>Question 1</a:t>
            </a:r>
            <a:endParaRPr b="1" sz="30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256200" y="1938150"/>
            <a:ext cx="3320400" cy="1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Linear Coefficients from the regression analysis describing predicted growth rates</a:t>
            </a:r>
            <a:endParaRPr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9000" y="990125"/>
            <a:ext cx="5262600" cy="3930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314525" y="464075"/>
            <a:ext cx="4020600" cy="6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</a:rPr>
              <a:t>Question 2</a:t>
            </a:r>
            <a:endParaRPr b="1" sz="30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5000" y="1136975"/>
            <a:ext cx="4621112" cy="34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314525" y="1540025"/>
            <a:ext cx="3288900" cy="26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Census data indicates that African American &amp; Indian &amp; Alaska Native Americans have the lowest average income of race/ethnicities in the U.S.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Income strong predictor of: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Housing (adequate v. inadequate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Access to nutritious food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Comorbidities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ow well one can socially distance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314525" y="464075"/>
            <a:ext cx="4020600" cy="6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</a:rPr>
              <a:t>Question 2</a:t>
            </a:r>
            <a:endParaRPr b="1" sz="30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6850" y="1136975"/>
            <a:ext cx="4956285" cy="370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667600" y="1562775"/>
            <a:ext cx="2761500" cy="12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</a:pPr>
            <a:r>
              <a:rPr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Correlation b/w median income level and a races or ethnic groups susceptibility to COVID exposure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174325" y="226775"/>
            <a:ext cx="4253400" cy="7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</a:rPr>
              <a:t>Question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-301150" y="1024175"/>
            <a:ext cx="3900000" cy="27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Overview of data indicates what Race, Sex, and age groups are most susceptible to covid. </a:t>
            </a:r>
            <a:endParaRPr b="1" sz="2800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132225" y="1219350"/>
            <a:ext cx="27870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75" y="2100875"/>
            <a:ext cx="3827450" cy="24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5375" y="2100862"/>
            <a:ext cx="3827450" cy="2460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123125" y="117750"/>
            <a:ext cx="2678400" cy="7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Question 3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-323075" y="665275"/>
            <a:ext cx="27870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Further</a:t>
            </a: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digging into specific race confirms the findings from the overall data.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50" y="1946200"/>
            <a:ext cx="2678400" cy="1530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0400" y="1946200"/>
            <a:ext cx="2678375" cy="153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7549" y="1946200"/>
            <a:ext cx="2678375" cy="153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0650" y="3559725"/>
            <a:ext cx="2678400" cy="153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70400" y="3559724"/>
            <a:ext cx="2678375" cy="153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2187" y="3559729"/>
            <a:ext cx="2649099" cy="1513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type="title"/>
          </p:nvPr>
        </p:nvSpPr>
        <p:spPr>
          <a:xfrm>
            <a:off x="256200" y="167825"/>
            <a:ext cx="8631600" cy="6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</a:rPr>
              <a:t>Question 4</a:t>
            </a:r>
            <a:endParaRPr b="1" sz="30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5"/>
              </a:solidFill>
            </a:endParaRPr>
          </a:p>
        </p:txBody>
      </p:sp>
      <p:pic>
        <p:nvPicPr>
          <p:cNvPr id="203" name="Google Shape;2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6900" y="1156500"/>
            <a:ext cx="3831575" cy="286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606" y="1156512"/>
            <a:ext cx="3929400" cy="2866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9588" y="4206575"/>
            <a:ext cx="3281025" cy="53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7400" y="4206575"/>
            <a:ext cx="3184850" cy="53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/>
          <p:nvPr/>
        </p:nvSpPr>
        <p:spPr>
          <a:xfrm>
            <a:off x="131300" y="2609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 Findings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1338425" y="1089700"/>
            <a:ext cx="7106700" cy="4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There are many factors that </a:t>
            </a:r>
            <a:r>
              <a:rPr lang="en" sz="1200">
                <a:solidFill>
                  <a:srgbClr val="FFFFFF"/>
                </a:solidFill>
              </a:rPr>
              <a:t>affect</a:t>
            </a:r>
            <a:r>
              <a:rPr lang="en" sz="1200">
                <a:solidFill>
                  <a:srgbClr val="FFFFFF"/>
                </a:solidFill>
              </a:rPr>
              <a:t> your chances of getting covid, from our findings we see that race plays a role along with one race having an effect on </a:t>
            </a:r>
            <a:r>
              <a:rPr lang="en" sz="1200">
                <a:solidFill>
                  <a:srgbClr val="FFFFFF"/>
                </a:solidFill>
              </a:rPr>
              <a:t>other</a:t>
            </a:r>
            <a:r>
              <a:rPr lang="en" sz="1200">
                <a:solidFill>
                  <a:srgbClr val="FFFFFF"/>
                </a:solidFill>
              </a:rPr>
              <a:t> races chances. We also see that different races have a higher growth rate in terms of contracting covid. We find that Average income by race does have a slight correlation in infection percentage of a given race, however not very large.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Sex and age group also seem to play a key factor in susceptibility. Contrary to the belief Males were more prone to infection, the data shows females are at the greatest risk. Especially those in the 50-59 age group. Females in the 80-89 age range are the second most at risk. Race also shows to be a significant factor alluding to other findings in this presentation. 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In an </a:t>
            </a:r>
            <a:r>
              <a:rPr lang="en" sz="1200">
                <a:solidFill>
                  <a:srgbClr val="FFFFFF"/>
                </a:solidFill>
              </a:rPr>
              <a:t>analysis</a:t>
            </a:r>
            <a:r>
              <a:rPr lang="en" sz="1200">
                <a:solidFill>
                  <a:srgbClr val="FFFFFF"/>
                </a:solidFill>
              </a:rPr>
              <a:t> to find what professions had the highest risk score we found that health care workers were </a:t>
            </a:r>
            <a:r>
              <a:rPr lang="en" sz="1200">
                <a:solidFill>
                  <a:srgbClr val="FFFFFF"/>
                </a:solidFill>
              </a:rPr>
              <a:t>disproportionately</a:t>
            </a:r>
            <a:r>
              <a:rPr lang="en" sz="1200">
                <a:solidFill>
                  <a:srgbClr val="FFFFFF"/>
                </a:solidFill>
              </a:rPr>
              <a:t> affected compared to non health care workers and that within this occupation segment, We also found that jobs that </a:t>
            </a:r>
            <a:r>
              <a:rPr lang="en" sz="1200">
                <a:solidFill>
                  <a:srgbClr val="FFFFFF"/>
                </a:solidFill>
              </a:rPr>
              <a:t>paid</a:t>
            </a:r>
            <a:r>
              <a:rPr lang="en" sz="1200">
                <a:solidFill>
                  <a:srgbClr val="FFFFFF"/>
                </a:solidFill>
              </a:rPr>
              <a:t> the most tended to have higher risks of contracting covid. Such as health care workers. 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>
            <p:ph idx="4294967295" type="title"/>
          </p:nvPr>
        </p:nvSpPr>
        <p:spPr>
          <a:xfrm>
            <a:off x="241950" y="616200"/>
            <a:ext cx="3287700" cy="4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https://covidtracking.com/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https://www.bls.gov/cps/cpsaat11.htm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https://www.pgpf.org/blog/2019/10/income-and-wealth-in-the-united-states-an-overview-of-data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Covid  Risk Scores from the US Department of Labor’s O’Net Database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https://www.cdc.gov/covid-data-tracker/index.html#demographics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241950" y="38725"/>
            <a:ext cx="20202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